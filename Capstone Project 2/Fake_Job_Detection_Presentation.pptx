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60" r:id="rId5"/>
    <p:sldId id="262" r:id="rId6"/>
    <p:sldId id="261" r:id="rId7"/>
    <p:sldId id="265" r:id="rId8"/>
    <p:sldId id="263" r:id="rId9"/>
    <p:sldId id="266" r:id="rId10"/>
    <p:sldId id="264" r:id="rId11"/>
    <p:sldId id="267" r:id="rId12"/>
    <p:sldId id="268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2" d="100"/>
          <a:sy n="62" d="100"/>
        </p:scale>
        <p:origin x="1400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8FC348B-405A-4E86-A108-72DBA4DE5EBF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56511FA4-5EE7-4E81-BFED-0F1197568FF5}">
      <dgm:prSet phldrT="[Text]" phldr="0" custT="1"/>
      <dgm:spPr/>
      <dgm:t>
        <a:bodyPr/>
        <a:lstStyle/>
        <a:p>
          <a:r>
            <a:rPr lang="en-IN" sz="1400" dirty="0"/>
            <a:t>Data </a:t>
          </a:r>
          <a:r>
            <a:rPr lang="en-IN" sz="1400" dirty="0" err="1"/>
            <a:t>perprocessing</a:t>
          </a:r>
          <a:endParaRPr lang="en-IN" sz="1400" dirty="0"/>
        </a:p>
      </dgm:t>
    </dgm:pt>
    <dgm:pt modelId="{CE0537A4-3A34-42ED-AF18-574932BBCFE0}" type="parTrans" cxnId="{0945A64E-9930-4FC9-82FE-04EB0D55D32A}">
      <dgm:prSet/>
      <dgm:spPr/>
      <dgm:t>
        <a:bodyPr/>
        <a:lstStyle/>
        <a:p>
          <a:endParaRPr lang="en-IN"/>
        </a:p>
      </dgm:t>
    </dgm:pt>
    <dgm:pt modelId="{1D605571-82D9-4B70-86C3-AA5F64D46E49}" type="sibTrans" cxnId="{0945A64E-9930-4FC9-82FE-04EB0D55D32A}">
      <dgm:prSet/>
      <dgm:spPr/>
      <dgm:t>
        <a:bodyPr/>
        <a:lstStyle/>
        <a:p>
          <a:endParaRPr lang="en-IN"/>
        </a:p>
      </dgm:t>
    </dgm:pt>
    <dgm:pt modelId="{69102337-9725-4428-92EB-5C95C41974AD}">
      <dgm:prSet phldrT="[Text]" phldr="0" custT="1"/>
      <dgm:spPr/>
      <dgm:t>
        <a:bodyPr/>
        <a:lstStyle/>
        <a:p>
          <a:r>
            <a:rPr lang="en-IN" sz="1400" dirty="0"/>
            <a:t>Model building</a:t>
          </a:r>
        </a:p>
      </dgm:t>
    </dgm:pt>
    <dgm:pt modelId="{DCCA11E7-129E-450E-87E9-685FAFACE1D7}" type="parTrans" cxnId="{CB27212A-35A3-41AB-AD74-9E2404C503E3}">
      <dgm:prSet/>
      <dgm:spPr/>
      <dgm:t>
        <a:bodyPr/>
        <a:lstStyle/>
        <a:p>
          <a:endParaRPr lang="en-IN"/>
        </a:p>
      </dgm:t>
    </dgm:pt>
    <dgm:pt modelId="{136949D6-D53F-40DA-9A43-B1D94F74B539}" type="sibTrans" cxnId="{CB27212A-35A3-41AB-AD74-9E2404C503E3}">
      <dgm:prSet/>
      <dgm:spPr/>
      <dgm:t>
        <a:bodyPr/>
        <a:lstStyle/>
        <a:p>
          <a:endParaRPr lang="en-IN"/>
        </a:p>
      </dgm:t>
    </dgm:pt>
    <dgm:pt modelId="{6B565232-E2FE-4891-A012-44251D164057}">
      <dgm:prSet phldrT="[Text]" phldr="0" custT="1"/>
      <dgm:spPr/>
      <dgm:t>
        <a:bodyPr/>
        <a:lstStyle/>
        <a:p>
          <a:r>
            <a:rPr lang="en-IN" sz="1400" dirty="0"/>
            <a:t>Tuning</a:t>
          </a:r>
        </a:p>
      </dgm:t>
    </dgm:pt>
    <dgm:pt modelId="{DC148EF4-5FB4-4E26-BD02-2412E8738173}" type="parTrans" cxnId="{D6A70758-E1FE-4698-BF58-878EE73F5EF7}">
      <dgm:prSet/>
      <dgm:spPr/>
      <dgm:t>
        <a:bodyPr/>
        <a:lstStyle/>
        <a:p>
          <a:endParaRPr lang="en-IN"/>
        </a:p>
      </dgm:t>
    </dgm:pt>
    <dgm:pt modelId="{A6AF78EB-223D-4DB0-87E4-7C0C0A34851B}" type="sibTrans" cxnId="{D6A70758-E1FE-4698-BF58-878EE73F5EF7}">
      <dgm:prSet/>
      <dgm:spPr/>
      <dgm:t>
        <a:bodyPr/>
        <a:lstStyle/>
        <a:p>
          <a:endParaRPr lang="en-IN"/>
        </a:p>
      </dgm:t>
    </dgm:pt>
    <dgm:pt modelId="{ABC44556-EF93-4683-B9C1-25612E2DDDDD}">
      <dgm:prSet/>
      <dgm:spPr/>
      <dgm:t>
        <a:bodyPr/>
        <a:lstStyle/>
        <a:p>
          <a:r>
            <a:rPr lang="en-IN" dirty="0"/>
            <a:t>Evaluation Metrics</a:t>
          </a:r>
        </a:p>
      </dgm:t>
    </dgm:pt>
    <dgm:pt modelId="{A98ED9C4-3181-4BA5-8205-0A90C5CA101B}" type="parTrans" cxnId="{43F35B32-4119-42E4-A3C9-761B65E83DF7}">
      <dgm:prSet/>
      <dgm:spPr/>
      <dgm:t>
        <a:bodyPr/>
        <a:lstStyle/>
        <a:p>
          <a:endParaRPr lang="en-IN"/>
        </a:p>
      </dgm:t>
    </dgm:pt>
    <dgm:pt modelId="{A45A8A9A-1C01-4414-A012-8D4539972D97}" type="sibTrans" cxnId="{43F35B32-4119-42E4-A3C9-761B65E83DF7}">
      <dgm:prSet/>
      <dgm:spPr/>
      <dgm:t>
        <a:bodyPr/>
        <a:lstStyle/>
        <a:p>
          <a:endParaRPr lang="en-IN"/>
        </a:p>
      </dgm:t>
    </dgm:pt>
    <dgm:pt modelId="{EB13E52D-9350-4BBE-BB9F-E3447A68854E}">
      <dgm:prSet/>
      <dgm:spPr/>
      <dgm:t>
        <a:bodyPr/>
        <a:lstStyle/>
        <a:p>
          <a:r>
            <a:rPr lang="en-IN" dirty="0"/>
            <a:t>Deployment</a:t>
          </a:r>
        </a:p>
      </dgm:t>
    </dgm:pt>
    <dgm:pt modelId="{F9F7330D-C55E-4F04-8C14-5EF903AC7053}" type="parTrans" cxnId="{9CC8332F-C9FA-40B0-816B-F8FFC3A6E085}">
      <dgm:prSet/>
      <dgm:spPr/>
      <dgm:t>
        <a:bodyPr/>
        <a:lstStyle/>
        <a:p>
          <a:endParaRPr lang="en-IN"/>
        </a:p>
      </dgm:t>
    </dgm:pt>
    <dgm:pt modelId="{6902C7EF-6AFB-4EA6-BDCB-F00A15BD9676}" type="sibTrans" cxnId="{9CC8332F-C9FA-40B0-816B-F8FFC3A6E085}">
      <dgm:prSet/>
      <dgm:spPr/>
      <dgm:t>
        <a:bodyPr/>
        <a:lstStyle/>
        <a:p>
          <a:endParaRPr lang="en-IN"/>
        </a:p>
      </dgm:t>
    </dgm:pt>
    <dgm:pt modelId="{5B7A6F88-4C76-4F75-BED8-C03B4F9F8E62}">
      <dgm:prSet/>
      <dgm:spPr/>
      <dgm:t>
        <a:bodyPr/>
        <a:lstStyle/>
        <a:p>
          <a:r>
            <a:rPr lang="en-US" dirty="0"/>
            <a:t>Hosting</a:t>
          </a:r>
          <a:endParaRPr lang="en-IN" dirty="0"/>
        </a:p>
      </dgm:t>
    </dgm:pt>
    <dgm:pt modelId="{AF6EA739-FD94-4AA9-B86E-C80B68092ABF}" type="parTrans" cxnId="{05694A72-1579-43AE-9171-64A15CD66368}">
      <dgm:prSet/>
      <dgm:spPr/>
      <dgm:t>
        <a:bodyPr/>
        <a:lstStyle/>
        <a:p>
          <a:endParaRPr lang="en-IN"/>
        </a:p>
      </dgm:t>
    </dgm:pt>
    <dgm:pt modelId="{9E0E4ED2-3A63-4B52-BA39-5D76E0E874FB}" type="sibTrans" cxnId="{05694A72-1579-43AE-9171-64A15CD66368}">
      <dgm:prSet/>
      <dgm:spPr/>
      <dgm:t>
        <a:bodyPr/>
        <a:lstStyle/>
        <a:p>
          <a:endParaRPr lang="en-IN"/>
        </a:p>
      </dgm:t>
    </dgm:pt>
    <dgm:pt modelId="{6D8A8AA2-6FF3-41C3-A28F-86D1A84DC12E}" type="pres">
      <dgm:prSet presAssocID="{78FC348B-405A-4E86-A108-72DBA4DE5EBF}" presName="Name0" presStyleCnt="0">
        <dgm:presLayoutVars>
          <dgm:dir/>
          <dgm:animLvl val="lvl"/>
          <dgm:resizeHandles val="exact"/>
        </dgm:presLayoutVars>
      </dgm:prSet>
      <dgm:spPr/>
    </dgm:pt>
    <dgm:pt modelId="{D8D32AA5-A869-429D-B1FF-E30A3B19D7A4}" type="pres">
      <dgm:prSet presAssocID="{56511FA4-5EE7-4E81-BFED-0F1197568FF5}" presName="parTxOnly" presStyleLbl="node1" presStyleIdx="0" presStyleCnt="6" custScaleX="113578" custScaleY="105073">
        <dgm:presLayoutVars>
          <dgm:chMax val="0"/>
          <dgm:chPref val="0"/>
          <dgm:bulletEnabled val="1"/>
        </dgm:presLayoutVars>
      </dgm:prSet>
      <dgm:spPr/>
    </dgm:pt>
    <dgm:pt modelId="{C9CD669A-359D-4F97-8756-25ACBD21F6FD}" type="pres">
      <dgm:prSet presAssocID="{1D605571-82D9-4B70-86C3-AA5F64D46E49}" presName="parTxOnlySpace" presStyleCnt="0"/>
      <dgm:spPr/>
    </dgm:pt>
    <dgm:pt modelId="{E1C38ED0-F3DD-4E64-8A24-BE8AC247F64F}" type="pres">
      <dgm:prSet presAssocID="{69102337-9725-4428-92EB-5C95C41974AD}" presName="parTxOnly" presStyleLbl="node1" presStyleIdx="1" presStyleCnt="6">
        <dgm:presLayoutVars>
          <dgm:chMax val="0"/>
          <dgm:chPref val="0"/>
          <dgm:bulletEnabled val="1"/>
        </dgm:presLayoutVars>
      </dgm:prSet>
      <dgm:spPr/>
    </dgm:pt>
    <dgm:pt modelId="{1028D362-9C28-4B31-8F70-273B0031C007}" type="pres">
      <dgm:prSet presAssocID="{136949D6-D53F-40DA-9A43-B1D94F74B539}" presName="parTxOnlySpace" presStyleCnt="0"/>
      <dgm:spPr/>
    </dgm:pt>
    <dgm:pt modelId="{539B1D4B-0254-4FA0-A356-8854E374E77F}" type="pres">
      <dgm:prSet presAssocID="{6B565232-E2FE-4891-A012-44251D164057}" presName="parTxOnly" presStyleLbl="node1" presStyleIdx="2" presStyleCnt="6" custLinFactX="79959" custLinFactNeighborX="100000" custLinFactNeighborY="3121">
        <dgm:presLayoutVars>
          <dgm:chMax val="0"/>
          <dgm:chPref val="0"/>
          <dgm:bulletEnabled val="1"/>
        </dgm:presLayoutVars>
      </dgm:prSet>
      <dgm:spPr/>
    </dgm:pt>
    <dgm:pt modelId="{435C764F-EABE-4466-AF15-CA07B8F11872}" type="pres">
      <dgm:prSet presAssocID="{A6AF78EB-223D-4DB0-87E4-7C0C0A34851B}" presName="parTxOnlySpace" presStyleCnt="0"/>
      <dgm:spPr/>
    </dgm:pt>
    <dgm:pt modelId="{E1693308-81F7-4423-A7E8-1CFB78325278}" type="pres">
      <dgm:prSet presAssocID="{EB13E52D-9350-4BBE-BB9F-E3447A68854E}" presName="parTxOnly" presStyleLbl="node1" presStyleIdx="3" presStyleCnt="6" custLinFactX="82101" custLinFactNeighborX="100000" custLinFactNeighborY="4209">
        <dgm:presLayoutVars>
          <dgm:chMax val="0"/>
          <dgm:chPref val="0"/>
          <dgm:bulletEnabled val="1"/>
        </dgm:presLayoutVars>
      </dgm:prSet>
      <dgm:spPr/>
    </dgm:pt>
    <dgm:pt modelId="{CB2DBB3C-506B-4E60-BF2A-7A643B773604}" type="pres">
      <dgm:prSet presAssocID="{6902C7EF-6AFB-4EA6-BDCB-F00A15BD9676}" presName="parTxOnlySpace" presStyleCnt="0"/>
      <dgm:spPr/>
    </dgm:pt>
    <dgm:pt modelId="{E3CFEBBC-FDF4-45D4-9560-8111B68DC184}" type="pres">
      <dgm:prSet presAssocID="{ABC44556-EF93-4683-B9C1-25612E2DDDDD}" presName="parTxOnly" presStyleLbl="node1" presStyleIdx="4" presStyleCnt="6" custLinFactX="-157473" custLinFactNeighborX="-200000" custLinFactNeighborY="267">
        <dgm:presLayoutVars>
          <dgm:chMax val="0"/>
          <dgm:chPref val="0"/>
          <dgm:bulletEnabled val="1"/>
        </dgm:presLayoutVars>
      </dgm:prSet>
      <dgm:spPr/>
    </dgm:pt>
    <dgm:pt modelId="{F812D02E-030F-4060-AE0B-243A2A557732}" type="pres">
      <dgm:prSet presAssocID="{A45A8A9A-1C01-4414-A012-8D4539972D97}" presName="parTxOnlySpace" presStyleCnt="0"/>
      <dgm:spPr/>
    </dgm:pt>
    <dgm:pt modelId="{F6FF434C-B6C9-4D5E-8876-8EBD30B5A687}" type="pres">
      <dgm:prSet presAssocID="{5B7A6F88-4C76-4F75-BED8-C03B4F9F8E62}" presName="parTxOnly" presStyleLbl="node1" presStyleIdx="5" presStyleCnt="6">
        <dgm:presLayoutVars>
          <dgm:chMax val="0"/>
          <dgm:chPref val="0"/>
          <dgm:bulletEnabled val="1"/>
        </dgm:presLayoutVars>
      </dgm:prSet>
      <dgm:spPr/>
    </dgm:pt>
  </dgm:ptLst>
  <dgm:cxnLst>
    <dgm:cxn modelId="{ED7CB317-C42B-4D8B-A4F8-A8CFF39109BF}" type="presOf" srcId="{56511FA4-5EE7-4E81-BFED-0F1197568FF5}" destId="{D8D32AA5-A869-429D-B1FF-E30A3B19D7A4}" srcOrd="0" destOrd="0" presId="urn:microsoft.com/office/officeart/2005/8/layout/chevron1"/>
    <dgm:cxn modelId="{CB27212A-35A3-41AB-AD74-9E2404C503E3}" srcId="{78FC348B-405A-4E86-A108-72DBA4DE5EBF}" destId="{69102337-9725-4428-92EB-5C95C41974AD}" srcOrd="1" destOrd="0" parTransId="{DCCA11E7-129E-450E-87E9-685FAFACE1D7}" sibTransId="{136949D6-D53F-40DA-9A43-B1D94F74B539}"/>
    <dgm:cxn modelId="{9CC8332F-C9FA-40B0-816B-F8FFC3A6E085}" srcId="{78FC348B-405A-4E86-A108-72DBA4DE5EBF}" destId="{EB13E52D-9350-4BBE-BB9F-E3447A68854E}" srcOrd="3" destOrd="0" parTransId="{F9F7330D-C55E-4F04-8C14-5EF903AC7053}" sibTransId="{6902C7EF-6AFB-4EA6-BDCB-F00A15BD9676}"/>
    <dgm:cxn modelId="{43F35B32-4119-42E4-A3C9-761B65E83DF7}" srcId="{78FC348B-405A-4E86-A108-72DBA4DE5EBF}" destId="{ABC44556-EF93-4683-B9C1-25612E2DDDDD}" srcOrd="4" destOrd="0" parTransId="{A98ED9C4-3181-4BA5-8205-0A90C5CA101B}" sibTransId="{A45A8A9A-1C01-4414-A012-8D4539972D97}"/>
    <dgm:cxn modelId="{F000113D-F928-4F8F-B3D2-AC084BA88EBC}" type="presOf" srcId="{5B7A6F88-4C76-4F75-BED8-C03B4F9F8E62}" destId="{F6FF434C-B6C9-4D5E-8876-8EBD30B5A687}" srcOrd="0" destOrd="0" presId="urn:microsoft.com/office/officeart/2005/8/layout/chevron1"/>
    <dgm:cxn modelId="{06CD6E60-47E7-46FB-BA05-915C7BDBBD26}" type="presOf" srcId="{69102337-9725-4428-92EB-5C95C41974AD}" destId="{E1C38ED0-F3DD-4E64-8A24-BE8AC247F64F}" srcOrd="0" destOrd="0" presId="urn:microsoft.com/office/officeart/2005/8/layout/chevron1"/>
    <dgm:cxn modelId="{46457B4D-481D-4DD8-ADDE-F289181AF9F6}" type="presOf" srcId="{78FC348B-405A-4E86-A108-72DBA4DE5EBF}" destId="{6D8A8AA2-6FF3-41C3-A28F-86D1A84DC12E}" srcOrd="0" destOrd="0" presId="urn:microsoft.com/office/officeart/2005/8/layout/chevron1"/>
    <dgm:cxn modelId="{0945A64E-9930-4FC9-82FE-04EB0D55D32A}" srcId="{78FC348B-405A-4E86-A108-72DBA4DE5EBF}" destId="{56511FA4-5EE7-4E81-BFED-0F1197568FF5}" srcOrd="0" destOrd="0" parTransId="{CE0537A4-3A34-42ED-AF18-574932BBCFE0}" sibTransId="{1D605571-82D9-4B70-86C3-AA5F64D46E49}"/>
    <dgm:cxn modelId="{05694A72-1579-43AE-9171-64A15CD66368}" srcId="{78FC348B-405A-4E86-A108-72DBA4DE5EBF}" destId="{5B7A6F88-4C76-4F75-BED8-C03B4F9F8E62}" srcOrd="5" destOrd="0" parTransId="{AF6EA739-FD94-4AA9-B86E-C80B68092ABF}" sibTransId="{9E0E4ED2-3A63-4B52-BA39-5D76E0E874FB}"/>
    <dgm:cxn modelId="{8E207676-54AD-4B97-89AD-B9A43CE1D260}" type="presOf" srcId="{6B565232-E2FE-4891-A012-44251D164057}" destId="{539B1D4B-0254-4FA0-A356-8854E374E77F}" srcOrd="0" destOrd="0" presId="urn:microsoft.com/office/officeart/2005/8/layout/chevron1"/>
    <dgm:cxn modelId="{D6A70758-E1FE-4698-BF58-878EE73F5EF7}" srcId="{78FC348B-405A-4E86-A108-72DBA4DE5EBF}" destId="{6B565232-E2FE-4891-A012-44251D164057}" srcOrd="2" destOrd="0" parTransId="{DC148EF4-5FB4-4E26-BD02-2412E8738173}" sibTransId="{A6AF78EB-223D-4DB0-87E4-7C0C0A34851B}"/>
    <dgm:cxn modelId="{6FABB799-8DDD-4B2A-802A-E3D01F2D69ED}" type="presOf" srcId="{ABC44556-EF93-4683-B9C1-25612E2DDDDD}" destId="{E3CFEBBC-FDF4-45D4-9560-8111B68DC184}" srcOrd="0" destOrd="0" presId="urn:microsoft.com/office/officeart/2005/8/layout/chevron1"/>
    <dgm:cxn modelId="{1ECF41C1-E1C4-4173-8E03-F5F1BB47850A}" type="presOf" srcId="{EB13E52D-9350-4BBE-BB9F-E3447A68854E}" destId="{E1693308-81F7-4423-A7E8-1CFB78325278}" srcOrd="0" destOrd="0" presId="urn:microsoft.com/office/officeart/2005/8/layout/chevron1"/>
    <dgm:cxn modelId="{2424C0D3-B7C9-414B-ACBE-1C7DF1766B23}" type="presParOf" srcId="{6D8A8AA2-6FF3-41C3-A28F-86D1A84DC12E}" destId="{D8D32AA5-A869-429D-B1FF-E30A3B19D7A4}" srcOrd="0" destOrd="0" presId="urn:microsoft.com/office/officeart/2005/8/layout/chevron1"/>
    <dgm:cxn modelId="{4712DCFC-568B-4753-BF88-D81956A2A5CD}" type="presParOf" srcId="{6D8A8AA2-6FF3-41C3-A28F-86D1A84DC12E}" destId="{C9CD669A-359D-4F97-8756-25ACBD21F6FD}" srcOrd="1" destOrd="0" presId="urn:microsoft.com/office/officeart/2005/8/layout/chevron1"/>
    <dgm:cxn modelId="{9BD70591-4605-4ED8-A870-46570EF4BDD6}" type="presParOf" srcId="{6D8A8AA2-6FF3-41C3-A28F-86D1A84DC12E}" destId="{E1C38ED0-F3DD-4E64-8A24-BE8AC247F64F}" srcOrd="2" destOrd="0" presId="urn:microsoft.com/office/officeart/2005/8/layout/chevron1"/>
    <dgm:cxn modelId="{10107A58-C9CF-4B18-89D3-DAFE7289EC2C}" type="presParOf" srcId="{6D8A8AA2-6FF3-41C3-A28F-86D1A84DC12E}" destId="{1028D362-9C28-4B31-8F70-273B0031C007}" srcOrd="3" destOrd="0" presId="urn:microsoft.com/office/officeart/2005/8/layout/chevron1"/>
    <dgm:cxn modelId="{C8CA4E1F-6B32-43B8-A822-4D9E3113E768}" type="presParOf" srcId="{6D8A8AA2-6FF3-41C3-A28F-86D1A84DC12E}" destId="{539B1D4B-0254-4FA0-A356-8854E374E77F}" srcOrd="4" destOrd="0" presId="urn:microsoft.com/office/officeart/2005/8/layout/chevron1"/>
    <dgm:cxn modelId="{4DF71817-F0F6-4C44-92B5-11F789911C78}" type="presParOf" srcId="{6D8A8AA2-6FF3-41C3-A28F-86D1A84DC12E}" destId="{435C764F-EABE-4466-AF15-CA07B8F11872}" srcOrd="5" destOrd="0" presId="urn:microsoft.com/office/officeart/2005/8/layout/chevron1"/>
    <dgm:cxn modelId="{BEA55B89-772C-4B9F-B314-647B4A383C7F}" type="presParOf" srcId="{6D8A8AA2-6FF3-41C3-A28F-86D1A84DC12E}" destId="{E1693308-81F7-4423-A7E8-1CFB78325278}" srcOrd="6" destOrd="0" presId="urn:microsoft.com/office/officeart/2005/8/layout/chevron1"/>
    <dgm:cxn modelId="{10F45FAA-CD85-4AEF-9F91-F392C5BAA67A}" type="presParOf" srcId="{6D8A8AA2-6FF3-41C3-A28F-86D1A84DC12E}" destId="{CB2DBB3C-506B-4E60-BF2A-7A643B773604}" srcOrd="7" destOrd="0" presId="urn:microsoft.com/office/officeart/2005/8/layout/chevron1"/>
    <dgm:cxn modelId="{11031C8A-79C7-4B58-8631-F41CBD3B9AE7}" type="presParOf" srcId="{6D8A8AA2-6FF3-41C3-A28F-86D1A84DC12E}" destId="{E3CFEBBC-FDF4-45D4-9560-8111B68DC184}" srcOrd="8" destOrd="0" presId="urn:microsoft.com/office/officeart/2005/8/layout/chevron1"/>
    <dgm:cxn modelId="{17B373E9-5C3E-4993-BD64-FF27539ECB86}" type="presParOf" srcId="{6D8A8AA2-6FF3-41C3-A28F-86D1A84DC12E}" destId="{F812D02E-030F-4060-AE0B-243A2A557732}" srcOrd="9" destOrd="0" presId="urn:microsoft.com/office/officeart/2005/8/layout/chevron1"/>
    <dgm:cxn modelId="{DCC5FAD3-6D16-454C-95EF-6F5424208DC7}" type="presParOf" srcId="{6D8A8AA2-6FF3-41C3-A28F-86D1A84DC12E}" destId="{F6FF434C-B6C9-4D5E-8876-8EBD30B5A687}" srcOrd="10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8D32AA5-A869-429D-B1FF-E30A3B19D7A4}">
      <dsp:nvSpPr>
        <dsp:cNvPr id="0" name=""/>
        <dsp:cNvSpPr/>
      </dsp:nvSpPr>
      <dsp:spPr>
        <a:xfrm>
          <a:off x="4847" y="253996"/>
          <a:ext cx="1807019" cy="66868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 dirty="0"/>
            <a:t>Data </a:t>
          </a:r>
          <a:r>
            <a:rPr lang="en-IN" sz="1400" kern="1200" dirty="0" err="1"/>
            <a:t>perprocessing</a:t>
          </a:r>
          <a:endParaRPr lang="en-IN" sz="1400" kern="1200" dirty="0"/>
        </a:p>
      </dsp:txBody>
      <dsp:txXfrm>
        <a:off x="339188" y="253996"/>
        <a:ext cx="1138337" cy="668682"/>
      </dsp:txXfrm>
    </dsp:sp>
    <dsp:sp modelId="{E1C38ED0-F3DD-4E64-8A24-BE8AC247F64F}">
      <dsp:nvSpPr>
        <dsp:cNvPr id="0" name=""/>
        <dsp:cNvSpPr/>
      </dsp:nvSpPr>
      <dsp:spPr>
        <a:xfrm>
          <a:off x="1652767" y="270139"/>
          <a:ext cx="1590994" cy="636397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 dirty="0"/>
            <a:t>Model building</a:t>
          </a:r>
        </a:p>
      </dsp:txBody>
      <dsp:txXfrm>
        <a:off x="1970966" y="270139"/>
        <a:ext cx="954597" cy="636397"/>
      </dsp:txXfrm>
    </dsp:sp>
    <dsp:sp modelId="{539B1D4B-0254-4FA0-A356-8854E374E77F}">
      <dsp:nvSpPr>
        <dsp:cNvPr id="0" name=""/>
        <dsp:cNvSpPr/>
      </dsp:nvSpPr>
      <dsp:spPr>
        <a:xfrm>
          <a:off x="4515905" y="290001"/>
          <a:ext cx="1590994" cy="636397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 dirty="0"/>
            <a:t>Tuning</a:t>
          </a:r>
        </a:p>
      </dsp:txBody>
      <dsp:txXfrm>
        <a:off x="4834104" y="290001"/>
        <a:ext cx="954597" cy="636397"/>
      </dsp:txXfrm>
    </dsp:sp>
    <dsp:sp modelId="{E1693308-81F7-4423-A7E8-1CFB78325278}">
      <dsp:nvSpPr>
        <dsp:cNvPr id="0" name=""/>
        <dsp:cNvSpPr/>
      </dsp:nvSpPr>
      <dsp:spPr>
        <a:xfrm>
          <a:off x="5981879" y="296925"/>
          <a:ext cx="1590994" cy="636397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2007" tIns="17336" rIns="17336" bIns="1733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kern="1200" dirty="0"/>
            <a:t>Deployment</a:t>
          </a:r>
        </a:p>
      </dsp:txBody>
      <dsp:txXfrm>
        <a:off x="6300078" y="296925"/>
        <a:ext cx="954597" cy="636397"/>
      </dsp:txXfrm>
    </dsp:sp>
    <dsp:sp modelId="{E3CFEBBC-FDF4-45D4-9560-8111B68DC184}">
      <dsp:nvSpPr>
        <dsp:cNvPr id="0" name=""/>
        <dsp:cNvSpPr/>
      </dsp:nvSpPr>
      <dsp:spPr>
        <a:xfrm>
          <a:off x="3124866" y="271838"/>
          <a:ext cx="1590994" cy="636397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2007" tIns="17336" rIns="17336" bIns="1733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kern="1200" dirty="0"/>
            <a:t>Evaluation Metrics</a:t>
          </a:r>
        </a:p>
      </dsp:txBody>
      <dsp:txXfrm>
        <a:off x="3443065" y="271838"/>
        <a:ext cx="954597" cy="636397"/>
      </dsp:txXfrm>
    </dsp:sp>
    <dsp:sp modelId="{F6FF434C-B6C9-4D5E-8876-8EBD30B5A687}">
      <dsp:nvSpPr>
        <dsp:cNvPr id="0" name=""/>
        <dsp:cNvSpPr/>
      </dsp:nvSpPr>
      <dsp:spPr>
        <a:xfrm>
          <a:off x="7380347" y="270139"/>
          <a:ext cx="1590994" cy="636397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2007" tIns="17336" rIns="17336" bIns="1733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Hosting</a:t>
          </a:r>
          <a:endParaRPr lang="en-IN" sz="1300" kern="1200" dirty="0"/>
        </a:p>
      </dsp:txBody>
      <dsp:txXfrm>
        <a:off x="7698546" y="270139"/>
        <a:ext cx="954597" cy="63639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8091" y="3085765"/>
            <a:ext cx="8240108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2" y="990600"/>
            <a:ext cx="7989752" cy="1504844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2" y="2495444"/>
            <a:ext cx="7989752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854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8092" y="599725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228003"/>
            <a:ext cx="7989752" cy="36307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408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52646" y="5141973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36573"/>
            <a:ext cx="7989751" cy="1504844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4541417"/>
            <a:ext cx="7989751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2321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8092" y="599725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2" y="2228002"/>
            <a:ext cx="3899527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282" y="2228003"/>
            <a:ext cx="390766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966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>
            <a:spLocks noChangeAspect="1"/>
          </p:cNvSpPr>
          <p:nvPr/>
        </p:nvSpPr>
        <p:spPr>
          <a:xfrm>
            <a:off x="448092" y="599725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28003"/>
            <a:ext cx="3593500" cy="576262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2" y="2926051"/>
            <a:ext cx="3899527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69308" y="2228003"/>
            <a:ext cx="3601635" cy="576262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282" y="2926051"/>
            <a:ext cx="3907662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576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>
            <a:spLocks noChangeAspect="1"/>
          </p:cNvSpPr>
          <p:nvPr/>
        </p:nvSpPr>
        <p:spPr>
          <a:xfrm>
            <a:off x="448092" y="599725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1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797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52646" y="5141973"/>
            <a:ext cx="8238707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352" y="5262296"/>
            <a:ext cx="353662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399" y="601200"/>
            <a:ext cx="824040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05617" y="5262295"/>
            <a:ext cx="426532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5356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4693389"/>
            <a:ext cx="7989752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8093" y="599725"/>
            <a:ext cx="8238706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6"/>
            <a:ext cx="7989752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9002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8092" y="599725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4739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6629400" y="599725"/>
            <a:ext cx="2057399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675725"/>
            <a:ext cx="1503123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81192" y="675725"/>
            <a:ext cx="592220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745255" y="5956136"/>
            <a:ext cx="947672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0"/>
            <a:ext cx="592220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1297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687474"/>
            <a:ext cx="7989752" cy="108332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228003"/>
            <a:ext cx="7989752" cy="3630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59327" y="5956136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0"/>
            <a:ext cx="48705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00476" y="5956136"/>
            <a:ext cx="7704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8091" y="441325"/>
            <a:ext cx="2719909" cy="10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5976001" y="441325"/>
            <a:ext cx="2710800" cy="108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3216601" y="441325"/>
            <a:ext cx="2710800" cy="108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466677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687474"/>
            <a:ext cx="7989752" cy="802279"/>
          </a:xfrm>
        </p:spPr>
        <p:txBody>
          <a:bodyPr/>
          <a:lstStyle/>
          <a:p>
            <a:pPr algn="ctr"/>
            <a:r>
              <a:rPr dirty="0"/>
              <a:t>Fake Job Posting Detection System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2B93C37-1A71-87EC-5423-13EDCDA5DCF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79996" y="2465645"/>
            <a:ext cx="8664004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project aims to develop an intelligent system that detects fake job postings.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system analyzes job descriptions, company details, and requirements to classify job postings as Real or Fake.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F5F138C-1597-67C8-BF67-9CF0974181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8388" y="3928182"/>
            <a:ext cx="4672556" cy="243080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678D52FC-31B8-65C5-685D-8140623E351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81192" y="2436900"/>
            <a:ext cx="7495642" cy="22224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Char char="q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Online job platforms contain many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fake job postings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These postings can lead to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fraud, scams, and data theft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 is difficult for users to manually identify fake jobs 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There is a need for an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automated system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detect fake job listings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D4F2EB5-7CF3-A237-0B71-B9DF82CF344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7692" y="2196272"/>
            <a:ext cx="6379952" cy="29149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Build 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machine learning model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classify job postings 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Predict whether a job is: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  ✅ Real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      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🚨 Fake 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Provide 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user-friendly interface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real-time prediction 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Reduce chances of users falling into job scams 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11D4488C-7F54-1236-283E-B64A64EC69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87010345"/>
              </p:ext>
            </p:extLst>
          </p:nvPr>
        </p:nvGraphicFramePr>
        <p:xfrm>
          <a:off x="83905" y="5239972"/>
          <a:ext cx="8976189" cy="1176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Preprocessing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58A199C-5C3C-25CD-9654-1A795E7B1FE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09273" y="2459991"/>
            <a:ext cx="5956759" cy="27764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Converted text to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lowercase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Removed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special characters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using regex 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Cleaned unnecessary symbols and noise 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Prepared text data for feature extraction 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Ensured consistency between training and prediction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TF-IDF Vectorization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32350EA-6BE5-4797-9E46-84E16E464A5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78451" y="2310797"/>
            <a:ext cx="7495642" cy="27764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TF-IDF (Term Frequency - Inverse Document Frequency)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Converts text into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numerical vectors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Helps model understand importance of words 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Common words get lower weight, important words get higher weight 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Saved as: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tfidf.pkl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Model Building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BB0131D-A245-D551-609A-6E5F4D426FA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55792" y="1962704"/>
            <a:ext cx="7396406" cy="41613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Trained 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machine learning classification model</a:t>
            </a:r>
          </a:p>
          <a:p>
            <a:pPr mar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Logistic Regression Model</a:t>
            </a:r>
          </a:p>
          <a:p>
            <a:pPr mar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Random Forest Model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Learned patterns from job descriptions to Predicts fake vs real jobs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Logistic Regression performs better for text-based TF-IDF data achieved High recall for fake job detection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Saved trained model as: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model.pkl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Used during deployment for real-time predictions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96043-F604-F12D-9DB8-685171CB2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Evaluation Metrics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6F61F9A-D9B2-612A-A551-EF8EF9F342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911" y="1959025"/>
            <a:ext cx="6559488" cy="44227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Accuracy</a:t>
            </a: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: Overall correctness of the model </a:t>
            </a:r>
          </a:p>
          <a:p>
            <a:pPr defTabSz="9144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Precision</a:t>
            </a: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: How many predicted fake jobs are actually fake </a:t>
            </a:r>
          </a:p>
          <a:p>
            <a:pPr defTabSz="9144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Recall</a:t>
            </a: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: How many actual fake jobs are detected </a:t>
            </a:r>
          </a:p>
          <a:p>
            <a:pPr defTabSz="9144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F1-Score</a:t>
            </a: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: Balance between precision and recall </a:t>
            </a:r>
          </a:p>
          <a:p>
            <a:pPr defTabSz="9144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Confusion Matrix 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TP</a:t>
            </a: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Fake → predicted as Fake 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TN</a:t>
            </a: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Real → predicted as Real 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FP</a:t>
            </a: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Real → predicted as Fake 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FN</a:t>
            </a: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Fake → predicted as Real</a:t>
            </a:r>
          </a:p>
        </p:txBody>
      </p:sp>
    </p:spTree>
    <p:extLst>
      <p:ext uri="{BB962C8B-B14F-4D97-AF65-F5344CB8AC3E}">
        <p14:creationId xmlns:p14="http://schemas.microsoft.com/office/powerpoint/2010/main" val="2480581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Deployment</a:t>
            </a: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0318D1F6-A010-C5AE-50DF-C03C782F27F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81025" y="2078706"/>
            <a:ext cx="6530975" cy="29149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Built interactive UI using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Gradio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User can: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   Enter job description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   Get instant prediction 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Simple and user-friendly interface 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 coding required for end user 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E31A2-7DD3-E673-51E7-80D393724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Hosting on Hugging Face Spaces</a:t>
            </a:r>
            <a:endParaRPr lang="en-IN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9954F9F-481C-4610-682F-8F7B34533E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2292" y="2184496"/>
            <a:ext cx="4943661" cy="22224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Deployed project on Hugging Face Spaces </a:t>
            </a:r>
          </a:p>
          <a:p>
            <a:pPr defTabSz="9144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Makes the app accessible online </a:t>
            </a:r>
          </a:p>
          <a:p>
            <a:pPr defTabSz="9144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Anyone can use the system via browser </a:t>
            </a:r>
          </a:p>
          <a:p>
            <a:pPr defTabSz="9144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No need for local setup </a:t>
            </a:r>
          </a:p>
        </p:txBody>
      </p:sp>
    </p:spTree>
    <p:extLst>
      <p:ext uri="{BB962C8B-B14F-4D97-AF65-F5344CB8AC3E}">
        <p14:creationId xmlns:p14="http://schemas.microsoft.com/office/powerpoint/2010/main" val="8448060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Conclusion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4C65D146-0976-452B-773C-0008B3E4D16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05829" y="2478293"/>
            <a:ext cx="8332341" cy="27764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Successfully developed a system to detect fake job postings using Machine Learning 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model can classify job listings as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Real or Fake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with good accuracy 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Deployment using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Gradio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provides a simple and interactive user interface 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Hosting on Hugging Face Spaces makes the system accessible online 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0DA7F-5A3D-804A-06E1-F90ED61ED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Future Scope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5D5A83BC-612D-5E84-FA26-3588AA6E38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0481" y="2375213"/>
            <a:ext cx="8283037" cy="34688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Integrate with job portals (LinkedIn, Naukri) to detect fake jobs automatically 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Improve accuracy using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Deep Learning models (LSTM, BERT)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Add more features like: 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           Company verification 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           Salary analysis 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Develop 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mobile app or browser extension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real-time alerts 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 larger and updated datasets for better performance </a:t>
            </a:r>
          </a:p>
        </p:txBody>
      </p:sp>
    </p:spTree>
    <p:extLst>
      <p:ext uri="{BB962C8B-B14F-4D97-AF65-F5344CB8AC3E}">
        <p14:creationId xmlns:p14="http://schemas.microsoft.com/office/powerpoint/2010/main" val="6134190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58128D-3074-CADF-B1F3-29906FFB82BE}"/>
              </a:ext>
            </a:extLst>
          </p:cNvPr>
          <p:cNvSpPr txBox="1"/>
          <p:nvPr/>
        </p:nvSpPr>
        <p:spPr>
          <a:xfrm>
            <a:off x="1808252" y="1910993"/>
            <a:ext cx="552749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600" dirty="0"/>
              <a:t>“THANK </a:t>
            </a:r>
          </a:p>
          <a:p>
            <a:pPr algn="ctr"/>
            <a:r>
              <a:rPr lang="en-IN" sz="6600" dirty="0"/>
              <a:t>YOU”</a:t>
            </a:r>
          </a:p>
        </p:txBody>
      </p:sp>
      <p:pic>
        <p:nvPicPr>
          <p:cNvPr id="5" name="Graphic 4" descr="Handshake">
            <a:extLst>
              <a:ext uri="{FF2B5EF4-FFF2-40B4-BE49-F238E27FC236}">
                <a16:creationId xmlns:a16="http://schemas.microsoft.com/office/drawing/2014/main" id="{8AE6BCCC-375A-CE34-FF12-4A8C6867E1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14800" y="38862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189681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TM03457464[[fn=Dividend]]</Template>
  <TotalTime>172</TotalTime>
  <Words>484</Words>
  <Application>Microsoft Office PowerPoint</Application>
  <PresentationFormat>On-screen Show (4:3)</PresentationFormat>
  <Paragraphs>78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Arial Unicode MS</vt:lpstr>
      <vt:lpstr>Gill Sans MT</vt:lpstr>
      <vt:lpstr>Wingdings</vt:lpstr>
      <vt:lpstr>Wingdings 2</vt:lpstr>
      <vt:lpstr>Dividend</vt:lpstr>
      <vt:lpstr>Fake Job Posting Detection System</vt:lpstr>
      <vt:lpstr>Problem Statement</vt:lpstr>
      <vt:lpstr>Objective</vt:lpstr>
      <vt:lpstr>Data Preprocessing</vt:lpstr>
      <vt:lpstr>TF-IDF Vectorization</vt:lpstr>
      <vt:lpstr>Model Building</vt:lpstr>
      <vt:lpstr>Evaluation Metrics</vt:lpstr>
      <vt:lpstr>Deployment</vt:lpstr>
      <vt:lpstr>Hosting on Hugging Face Spaces</vt:lpstr>
      <vt:lpstr>Conclusion</vt:lpstr>
      <vt:lpstr>Future Scope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KUSHAL BHOIR</cp:lastModifiedBy>
  <cp:revision>6</cp:revision>
  <dcterms:created xsi:type="dcterms:W3CDTF">2013-01-27T09:14:16Z</dcterms:created>
  <dcterms:modified xsi:type="dcterms:W3CDTF">2026-04-23T08:23:32Z</dcterms:modified>
  <cp:category/>
</cp:coreProperties>
</file>