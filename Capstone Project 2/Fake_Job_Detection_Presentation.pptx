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5" r:id="rId9"/>
    <p:sldId id="263" r:id="rId10"/>
    <p:sldId id="266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740" y="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85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408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232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966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76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97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535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00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473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129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4666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802279"/>
          </a:xfrm>
        </p:spPr>
        <p:txBody>
          <a:bodyPr/>
          <a:lstStyle/>
          <a:p>
            <a:pPr algn="ctr"/>
            <a:r>
              <a:rPr dirty="0"/>
              <a:t>Fake Job Posting Detection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B93C37-1A71-87EC-5423-13EDCDA5DC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025" y="2766267"/>
            <a:ext cx="6412012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system to detect fake job postings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(TF-IDF + classification model)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the model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Host the application on Hugging Face Spaces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78D52FC-31B8-65C5-685D-8140623E35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436900"/>
            <a:ext cx="7495642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job platforms contain many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fake job postings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postings can lead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fraud, scams, and data theft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difficult for users to manually identify fake jobs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need for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detect fake job listings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4F2EB5-7CF3-A237-0B71-B9DF82CF34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7692" y="2458950"/>
            <a:ext cx="6379952" cy="2914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classify job postings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whether a job is: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✅ Real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🚨 Fake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interface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prediction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chances of users falling into job scams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761EEAD-6EAE-642F-CE46-38DB473936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031953"/>
            <a:ext cx="4918013" cy="4022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contains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 posting information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 description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Job title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Company details (if available)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variable: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  0 → Real Job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  1 → Fake Job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training and testing the model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8A199C-5C3C-25CD-9654-1A795E7B1F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655200"/>
            <a:ext cx="5956759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text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lowercase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special characters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regex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unnecessary symbols and noise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Prepared text data for feature extraction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Ensured consistency between training and prediction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TF-IDF Vectorization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2350EA-6BE5-4797-9E46-84E16E464A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655200"/>
            <a:ext cx="7495642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TF-IDF (Term Frequency - Inverse Document Frequency)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text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numerical vectors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model understand importance of words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words get lower weight, important words get higher weight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Saved as: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tfidf.pkl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Building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B0131D-A245-D551-609A-6E5F4D426F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5792" y="2655200"/>
            <a:ext cx="5755806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classification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Learned patterns from job descriptions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Predicts fake vs real jobs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Saved trained model as: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model.pkl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during deployment for real-time predictions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96043-F604-F12D-9DB8-685171CB2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Metrics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6F61F9A-D9B2-612A-A551-EF8EF9F34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92" y="1959025"/>
            <a:ext cx="6559488" cy="4422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Accuracy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 Overall correctness of the model 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Precision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 How many predicted fake jobs are actually fake 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Recall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 How many actual fake jobs are detected 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F1-Score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 Balance between precision and recall 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Confusion Matrix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TP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Fake → predicted as Fake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TN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Real → predicted as Real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FP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Real → predicted as Fake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FN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Fake → predicted as Real</a:t>
            </a:r>
          </a:p>
        </p:txBody>
      </p:sp>
    </p:spTree>
    <p:extLst>
      <p:ext uri="{BB962C8B-B14F-4D97-AF65-F5344CB8AC3E}">
        <p14:creationId xmlns:p14="http://schemas.microsoft.com/office/powerpoint/2010/main" val="2480581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318D1F6-A010-C5AE-50DF-C03C782F27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025" y="2078706"/>
            <a:ext cx="6530975" cy="2914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interactive UI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can: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Enter job description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Get instant prediction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user-friendly interface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coding required for end user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E31A2-7DD3-E673-51E7-80D393724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Hosting on Hugging Face Spaces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954F9F-481C-4610-682F-8F7B34533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292" y="2184496"/>
            <a:ext cx="4943661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Deployed project on Hugging Face Spaces 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Makes the app accessible online 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Anyone can use the system via browser 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No need for local setup </a:t>
            </a:r>
          </a:p>
        </p:txBody>
      </p:sp>
    </p:spTree>
    <p:extLst>
      <p:ext uri="{BB962C8B-B14F-4D97-AF65-F5344CB8AC3E}">
        <p14:creationId xmlns:p14="http://schemas.microsoft.com/office/powerpoint/2010/main" val="844806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1F0B54B-CD69-D022-F2F9-0E9DB64618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2124" y="2188457"/>
            <a:ext cx="5997575" cy="3330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built fake job detection system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users avoid fraudulent job postings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improved using: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models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features (salary, company verification)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67</TotalTime>
  <Words>410</Words>
  <Application>Microsoft Office PowerPoint</Application>
  <PresentationFormat>On-screen Show (4:3)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Unicode MS</vt:lpstr>
      <vt:lpstr>Gill Sans MT</vt:lpstr>
      <vt:lpstr>Wingdings</vt:lpstr>
      <vt:lpstr>Wingdings 2</vt:lpstr>
      <vt:lpstr>Dividend</vt:lpstr>
      <vt:lpstr>Fake Job Posting Detection System</vt:lpstr>
      <vt:lpstr>Problem Statement</vt:lpstr>
      <vt:lpstr>Objective</vt:lpstr>
      <vt:lpstr>Dataset</vt:lpstr>
      <vt:lpstr>Data Preprocessing</vt:lpstr>
      <vt:lpstr>TF-IDF Vectorization</vt:lpstr>
      <vt:lpstr>Model Building</vt:lpstr>
      <vt:lpstr>Evaluation Metrics</vt:lpstr>
      <vt:lpstr>Deployment</vt:lpstr>
      <vt:lpstr>Hosting on Hugging Face Spaces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KUSHAL BHOIR</cp:lastModifiedBy>
  <cp:revision>3</cp:revision>
  <dcterms:created xsi:type="dcterms:W3CDTF">2013-01-27T09:14:16Z</dcterms:created>
  <dcterms:modified xsi:type="dcterms:W3CDTF">2026-04-22T22:09:23Z</dcterms:modified>
  <cp:category/>
</cp:coreProperties>
</file>